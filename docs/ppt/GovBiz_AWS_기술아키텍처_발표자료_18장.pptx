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fed77f51b542b9" /><Relationship Type="http://schemas.openxmlformats.org/officeDocument/2006/relationships/extended-properties" Target="/docProps/app.xml" Id="R3f55f66a3596433a" /><Relationship Type="http://schemas.openxmlformats.org/officeDocument/2006/relationships/officeDocument" Target="/ppt/presentation.xml" Id="R29e6dc5dc27b4b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27a14845d2461b"/>
  </p:sldMasterIdLst>
  <p:notesMasterIdLst>
    <p:notesMasterId xmlns:r="http://schemas.openxmlformats.org/officeDocument/2006/relationships" r:id="R89a68e02150f4d36"/>
  </p:notesMasterIdLst>
  <p:sldIdLst>
    <p:sldId xmlns:r="http://schemas.openxmlformats.org/officeDocument/2006/relationships" id="256" r:id="R1bd4182ceffc46f0"/>
    <p:sldId xmlns:r="http://schemas.openxmlformats.org/officeDocument/2006/relationships" id="257" r:id="R59301a32e0634cc3"/>
    <p:sldId xmlns:r="http://schemas.openxmlformats.org/officeDocument/2006/relationships" id="258" r:id="Rdc3b3abc2b52449b"/>
    <p:sldId xmlns:r="http://schemas.openxmlformats.org/officeDocument/2006/relationships" id="259" r:id="Re8eef848b2a5403a"/>
    <p:sldId xmlns:r="http://schemas.openxmlformats.org/officeDocument/2006/relationships" id="260" r:id="R79b78bb763a54882"/>
    <p:sldId xmlns:r="http://schemas.openxmlformats.org/officeDocument/2006/relationships" id="261" r:id="Re549ad81e5d0440e"/>
    <p:sldId xmlns:r="http://schemas.openxmlformats.org/officeDocument/2006/relationships" id="262" r:id="Rfd4df1bbc6ef4297"/>
    <p:sldId xmlns:r="http://schemas.openxmlformats.org/officeDocument/2006/relationships" id="263" r:id="R85e60214994d41fb"/>
    <p:sldId xmlns:r="http://schemas.openxmlformats.org/officeDocument/2006/relationships" id="264" r:id="R793c2a918acf446f"/>
    <p:sldId xmlns:r="http://schemas.openxmlformats.org/officeDocument/2006/relationships" id="265" r:id="Rdec6863d5a42458c"/>
    <p:sldId xmlns:r="http://schemas.openxmlformats.org/officeDocument/2006/relationships" id="266" r:id="R47084ff3dace4f6a"/>
    <p:sldId xmlns:r="http://schemas.openxmlformats.org/officeDocument/2006/relationships" id="267" r:id="R4d76dd127ad04533"/>
    <p:sldId xmlns:r="http://schemas.openxmlformats.org/officeDocument/2006/relationships" id="268" r:id="Rb1591b3c70464d1b"/>
    <p:sldId xmlns:r="http://schemas.openxmlformats.org/officeDocument/2006/relationships" id="269" r:id="Ra39c65bf0b5a4916"/>
    <p:sldId xmlns:r="http://schemas.openxmlformats.org/officeDocument/2006/relationships" id="270" r:id="R695e82ee915a412f"/>
    <p:sldId xmlns:r="http://schemas.openxmlformats.org/officeDocument/2006/relationships" id="271" r:id="R96f7d5de738b424a"/>
    <p:sldId xmlns:r="http://schemas.openxmlformats.org/officeDocument/2006/relationships" id="272" r:id="Rf3b885b8e99d44a9"/>
    <p:sldId xmlns:r="http://schemas.openxmlformats.org/officeDocument/2006/relationships" id="273" r:id="Rfb3582dcd84540e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b11142bcfd4e67" /><Relationship Type="http://schemas.openxmlformats.org/officeDocument/2006/relationships/slideMaster" Target="/ppt/slideMasters/slideMaster1.xml" Id="R9127a14845d2461b" /><Relationship Type="http://schemas.openxmlformats.org/officeDocument/2006/relationships/notesMaster" Target="/ppt/notesMasters/notesMaster1.xml" Id="R89a68e02150f4d36" /><Relationship Type="http://schemas.openxmlformats.org/officeDocument/2006/relationships/presProps" Target="/ppt/presProps.xml" Id="R0e4001ce4f9e422d" /><Relationship Type="http://schemas.openxmlformats.org/officeDocument/2006/relationships/tableStyles" Target="/ppt/tableStyles.xml" Id="Rae2ab4cfadae4fd6" /><Relationship Type="http://schemas.openxmlformats.org/officeDocument/2006/relationships/slide" Target="/ppt/slides/slide1.xml" Id="R1bd4182ceffc46f0" /><Relationship Type="http://schemas.openxmlformats.org/officeDocument/2006/relationships/slide" Target="/ppt/slides/slide2.xml" Id="R59301a32e0634cc3" /><Relationship Type="http://schemas.openxmlformats.org/officeDocument/2006/relationships/slide" Target="/ppt/slides/slide3.xml" Id="Rdc3b3abc2b52449b" /><Relationship Type="http://schemas.openxmlformats.org/officeDocument/2006/relationships/slide" Target="/ppt/slides/slide4.xml" Id="Re8eef848b2a5403a" /><Relationship Type="http://schemas.openxmlformats.org/officeDocument/2006/relationships/slide" Target="/ppt/slides/slide5.xml" Id="R79b78bb763a54882" /><Relationship Type="http://schemas.openxmlformats.org/officeDocument/2006/relationships/slide" Target="/ppt/slides/slide6.xml" Id="Re549ad81e5d0440e" /><Relationship Type="http://schemas.openxmlformats.org/officeDocument/2006/relationships/slide" Target="/ppt/slides/slide7.xml" Id="Rfd4df1bbc6ef4297" /><Relationship Type="http://schemas.openxmlformats.org/officeDocument/2006/relationships/slide" Target="/ppt/slides/slide8.xml" Id="R85e60214994d41fb" /><Relationship Type="http://schemas.openxmlformats.org/officeDocument/2006/relationships/slide" Target="/ppt/slides/slide9.xml" Id="R793c2a918acf446f" /><Relationship Type="http://schemas.openxmlformats.org/officeDocument/2006/relationships/slide" Target="/ppt/slides/slide10.xml" Id="Rdec6863d5a42458c" /><Relationship Type="http://schemas.openxmlformats.org/officeDocument/2006/relationships/slide" Target="/ppt/slides/slide11.xml" Id="R47084ff3dace4f6a" /><Relationship Type="http://schemas.openxmlformats.org/officeDocument/2006/relationships/slide" Target="/ppt/slides/slide12.xml" Id="R4d76dd127ad04533" /><Relationship Type="http://schemas.openxmlformats.org/officeDocument/2006/relationships/slide" Target="/ppt/slides/slide13.xml" Id="Rb1591b3c70464d1b" /><Relationship Type="http://schemas.openxmlformats.org/officeDocument/2006/relationships/slide" Target="/ppt/slides/slide14.xml" Id="Ra39c65bf0b5a4916" /><Relationship Type="http://schemas.openxmlformats.org/officeDocument/2006/relationships/slide" Target="/ppt/slides/slide15.xml" Id="R695e82ee915a412f" /><Relationship Type="http://schemas.openxmlformats.org/officeDocument/2006/relationships/slide" Target="/ppt/slides/slide16.xml" Id="R96f7d5de738b424a" /><Relationship Type="http://schemas.openxmlformats.org/officeDocument/2006/relationships/slide" Target="/ppt/slides/slide17.xml" Id="Rf3b885b8e99d44a9" /><Relationship Type="http://schemas.openxmlformats.org/officeDocument/2006/relationships/slide" Target="/ppt/slides/slide18.xml" Id="Rfb3582dcd84540e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bf906784ba445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3b57c1be49744fd" /><Relationship Type="http://schemas.openxmlformats.org/officeDocument/2006/relationships/notesMaster" Target="/ppt/notesMasters/notesMaster1.xml" Id="Ra2b2cff681bd4ce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ac0aedc8ea3490e" /><Relationship Type="http://schemas.openxmlformats.org/officeDocument/2006/relationships/notesMaster" Target="/ppt/notesMasters/notesMaster1.xml" Id="R0281fee1354b47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aee9733f17848b0" /><Relationship Type="http://schemas.openxmlformats.org/officeDocument/2006/relationships/notesMaster" Target="/ppt/notesMasters/notesMaster1.xml" Id="R4756db265e01473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491aa3119aa4c3a" /><Relationship Type="http://schemas.openxmlformats.org/officeDocument/2006/relationships/notesMaster" Target="/ppt/notesMasters/notesMaster1.xml" Id="Rea302c9a86f84fd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79ab26b56e04e1f" /><Relationship Type="http://schemas.openxmlformats.org/officeDocument/2006/relationships/notesMaster" Target="/ppt/notesMasters/notesMaster1.xml" Id="R446615109d6e4fa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ae49cbca2174721" /><Relationship Type="http://schemas.openxmlformats.org/officeDocument/2006/relationships/notesMaster" Target="/ppt/notesMasters/notesMaster1.xml" Id="R260b3d5dc968491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4561b6339af478d" /><Relationship Type="http://schemas.openxmlformats.org/officeDocument/2006/relationships/notesMaster" Target="/ppt/notesMasters/notesMaster1.xml" Id="R93177233c1ae486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873e164e60148d2" /><Relationship Type="http://schemas.openxmlformats.org/officeDocument/2006/relationships/notesMaster" Target="/ppt/notesMasters/notesMaster1.xml" Id="Re58be346a4744b6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8223763aaa24c93" /><Relationship Type="http://schemas.openxmlformats.org/officeDocument/2006/relationships/notesMaster" Target="/ppt/notesMasters/notesMaster1.xml" Id="R18f14165952f48c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3ffbdd240004998" /><Relationship Type="http://schemas.openxmlformats.org/officeDocument/2006/relationships/notesMaster" Target="/ppt/notesMasters/notesMaster1.xml" Id="Rda578e9dbc5a492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d0c47c4722a43e1" /><Relationship Type="http://schemas.openxmlformats.org/officeDocument/2006/relationships/notesMaster" Target="/ppt/notesMasters/notesMaster1.xml" Id="Rbeeb9f26cf9a4c7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cd1a86c1fda443d" /><Relationship Type="http://schemas.openxmlformats.org/officeDocument/2006/relationships/notesMaster" Target="/ppt/notesMasters/notesMaster1.xml" Id="Rafcc393eb2c4449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7aaa4c2a2a342fa" /><Relationship Type="http://schemas.openxmlformats.org/officeDocument/2006/relationships/notesMaster" Target="/ppt/notesMasters/notesMaster1.xml" Id="R930e7c5310dc48c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2cbe680cdad49e1" /><Relationship Type="http://schemas.openxmlformats.org/officeDocument/2006/relationships/notesMaster" Target="/ppt/notesMasters/notesMaster1.xml" Id="R64b26b845ad345b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a2d1c40d5e445d0" /><Relationship Type="http://schemas.openxmlformats.org/officeDocument/2006/relationships/notesMaster" Target="/ppt/notesMasters/notesMaster1.xml" Id="Rae4180383e334bc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5cffb3cc63c44ea" /><Relationship Type="http://schemas.openxmlformats.org/officeDocument/2006/relationships/notesMaster" Target="/ppt/notesMasters/notesMaster1.xml" Id="R882d090329374c5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bc69b4fb4da4a37" /><Relationship Type="http://schemas.openxmlformats.org/officeDocument/2006/relationships/notesMaster" Target="/ppt/notesMasters/notesMaster1.xml" Id="Rfcd2e22347b1431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e7eb252f765f4171" /><Relationship Type="http://schemas.openxmlformats.org/officeDocument/2006/relationships/notesMaster" Target="/ppt/notesMasters/notesMaster1.xml" Id="R6f7bc37345df447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01. 프로젝트 소개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https://github.com/SKNETWORKS-FAMILY-AICAMP/SKN34-3rd-1Team/blob/main/README.md#-프로젝트-소개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02. 프로젝트 필요성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https://github.com/SKNETWORKS-FAMILY-AICAMP/SKN34-3rd-1Team/blob/main/README.md#-프로젝트-필요성과-목표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03. 프로젝트 목표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https://github.com/SKNETWORKS-FAMILY-AICAMP/SKN34-3rd-1Team/blob/main/README.md#-프로젝트-필요성과-목표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04. GovBiz Vercel + AWS 배포 구성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https://github.com/SKNETWORKS-FAMILY-AICAMP/SKN34-3rd-1Team/blob/main/docs/assets/architecture/govbiz-aws-architecture-deployed.png</a:t>
            </a:r>
          </a:p>
          <a:p xmlns:a="http://schemas.openxmlformats.org/drawingml/2006/main">
            <a:r>
              <a:t>https://github.com/SKNETWORKS-FAMILY-AICAMP/SKN34-3rd-1Team/blob/main/docs/assets/architecture/README-aws-deployed.md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05. 화면·업무·AI의 책임을 나눈 3개 서비스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https://github.com/SKNETWORKS-FAMILY-AICAMP/SKN34-3rd-1Team/blob/main/docs/architecture/README.md</a:t>
            </a:r>
          </a:p>
          <a:p xmlns:a="http://schemas.openxmlformats.org/drawingml/2006/main">
            <a:r>
              <a:t>https://github.com/SKNETWORKS-FAMILY-AICAMP/SKN34-3rd-1Team/blob/main/docs/technology.md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06. Frontend: 클린 아키텍처 적용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https://github.com/SKNETWORKS-FAMILY-AICAMP/SKN34-3rd-1Team/blob/main/docs/architecture/README.md#클린-아키텍처의-의존-방향</a:t>
            </a:r>
          </a:p>
          <a:p xmlns:a="http://schemas.openxmlformats.org/drawingml/2006/main">
            <a:r>
              <a:t>https://github.com/SKNETWORKS-FAMILY-AICAMP/SKN34-3rd-1Team/blob/main/frontend/src/domain/usecases/GetSupportProgramDetailUseCase.ts</a:t>
            </a:r>
          </a:p>
          <a:p xmlns:a="http://schemas.openxmlformats.org/drawingml/2006/main">
            <a:r>
              <a:t>https://github.com/SKNETWORKS-FAMILY-AICAMP/SKN34-3rd-1Team/blob/main/frontend/src/data/repositories/SupportProgramRepositoryImpl.ts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07. Frontend: 화면과 요청 상태를 분리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https://github.com/SKNETWORKS-FAMILY-AICAMP/SKN34-3rd-1Team/blob/main/docs/architecture/README.md</a:t>
            </a:r>
          </a:p>
          <a:p xmlns:a="http://schemas.openxmlformats.org/drawingml/2006/main">
            <a:r>
              <a:t>https://github.com/SKNETWORKS-FAMILY-AICAMP/SKN34-3rd-1Team/blob/main/frontend/README.md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08. Backend: Core API의 레이어드 아키텍처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https://github.com/SKNETWORKS-FAMILY-AICAMP/SKN34-3rd-1Team/blob/main/docs/architecture/README.md#기능-중심-레이어드-아키텍처</a:t>
            </a:r>
          </a:p>
          <a:p xmlns:a="http://schemas.openxmlformats.org/drawingml/2006/main">
            <a:r>
              <a:t>https://github.com/SKNETWORKS-FAMILY-AICAMP/SKN34-3rd-1Team/blob/main/backend/core-api/src/main/kotlin/ai/govbiz/core/supportprogram/service/detail/SupportProgramDetailService.kt</a:t>
            </a:r>
          </a:p>
          <a:p xmlns:a="http://schemas.openxmlformats.org/drawingml/2006/main">
            <a:r>
              <a:t>https://github.com/SKNETWORKS-FAMILY-AICAMP/SKN34-3rd-1Team/blob/main/backend/core-api/src/main/kotlin/ai/govbiz/core/supportprogram/repository/SupportProgramRepository.kt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09. 비동기 작업: RabbitMQ로 접수·실행 분리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https://github.com/SKNETWORKS-FAMILY-AICAMP/SKN34-3rd-1Team/blob/main/docs/rabbitmq-daily-report-generation.md</a:t>
            </a:r>
          </a:p>
          <a:p xmlns:a="http://schemas.openxmlformats.org/drawingml/2006/main">
            <a:r>
              <a:t>https://github.com/SKNETWORKS-FAMILY-AICAMP/SKN34-3rd-1Team/blob/main/docs/rabbitmq-daily-report-delivery.md</a:t>
            </a:r>
          </a:p>
          <a:p xmlns:a="http://schemas.openxmlformats.org/drawingml/2006/main">
            <a:r>
              <a:t>https://github.com/SKNETWORKS-FAMILY-AICAMP/SKN34-3rd-1Team/blob/main/docs/rabbitmq-combination-review.md</a:t>
            </a:r>
          </a:p>
          <a:p xmlns:a="http://schemas.openxmlformats.org/drawingml/2006/main">
            <a:r>
              <a:t>https://github.com/SKNETWORKS-FAMILY-AICAMP/SKN34-3rd-1Team/blob/main/docs/rabbitmq-application-form-discovery.md</a:t>
            </a:r>
          </a:p>
          <a:p xmlns:a="http://schemas.openxmlformats.org/drawingml/2006/main">
            <a:r>
              <a:t>https://github.com/SKNETWORKS-FAMILY-AICAMP/SKN34-3rd-1Team/blob/main/docs/rabbitmq-account-oauth-unlink.md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10. Redis: 로그인해도 검색 결과를 이어서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https://github.com/SKNETWORKS-FAMILY-AICAMP/SKN34-3rd-1Team/blob/main/docs/redis-search-result-restoration.md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11. 하이브리드 검색: 한국어 분석·동의어 확장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https://github.com/SKNETWORKS-FAMILY-AICAMP/SKN34-3rd-1Team/blob/main/docs/elasticsearch-lexical-search.md</a:t>
            </a:r>
          </a:p>
          <a:p xmlns:a="http://schemas.openxmlformats.org/drawingml/2006/main">
            <a:r>
              <a:t>https://github.com/SKNETWORKS-FAMILY-AICAMP/SKN34-3rd-1Team/blob/main/backend/core-api/src/main/resources/elasticsearch/support-program-lexical-v2.json</a:t>
            </a:r>
          </a:p>
          <a:p xmlns:a="http://schemas.openxmlformats.org/drawingml/2006/main">
            <a:r>
              <a:t>https://github.com/SKNETWORKS-FAMILY-AICAMP/SKN34-3rd-1Team/blob/main/docs/search-relevance-v5-fix.md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12. 한국어 검색: 표현 변화에 따른 누락 감소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https://github.com/ilil1/SKN34-3rd-1Team/blob/acd4b8a6c38ca87c09e29960218561136c1fe505/evaluation/support-program-search/runs/elasticsearch-korean-queries-20260912-v1/README.md</a:t>
            </a:r>
          </a:p>
          <a:p xmlns:a="http://schemas.openxmlformats.org/drawingml/2006/main">
            <a:r>
              <a:t>https://github.com/ilil1/SKN34-3rd-1Team/blob/acd4b8a6c38ca87c09e29960218561136c1fe505/evaluation/support-program-search/runs/lexical-v2-20260913-v1/README.md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13. RRF 결합 검색: 후보와 최종 순위 개선 관측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https://github.com/ilil1/SKN34-3rd-1Team/blob/acd4b8a6c38ca87c09e29960218561136c1fe505/evaluation/support-program-search/runs/support-program-catalog-20260906-v1/stage4-v1/README.md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14. RAG 평가: 답변 상태와 조건 보존을 분리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https://github.com/ilil1/SKN34-3rd-1Team/blob/acd4b8a6c38ca87c09e29960218561136c1fe505/evaluation/support-program-evidence/runs/official-flow-20260907-v2/README.md</a:t>
            </a:r>
          </a:p>
          <a:p xmlns:a="http://schemas.openxmlformats.org/drawingml/2006/main">
            <a:r>
              <a:t>https://github.com/ilil1/SKN34-3rd-1Team/blob/acd4b8a6c38ca87c09e29960218561136c1fe505/evaluation/support-program-evidence/runs/official-flow-20260907-v1/README.md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15. 응답 지연: 캐시와 Fast 효과를 각각 확인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https://github.com/ilil1/SKN34-3rd-1Team/blob/acd4b8a6c38ca87c09e29960218561136c1fe505/docs/search-latency-20260908.md</a:t>
            </a:r>
          </a:p>
          <a:p xmlns:a="http://schemas.openxmlformats.org/drawingml/2006/main">
            <a:r>
              <a:t>https://github.com/ilil1/SKN34-3rd-1Team/blob/acd4b8a6c38ca87c09e29960218561136c1fe505/evaluation/support-program-search/runs/search-latency-20260908-v1/report.json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16. AI 대화 검색 에이전트 흐름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https://github.com/SKNETWORKS-FAMILY-AICAMP/SKN34-3rd-1Team/blob/main/docs/architecture.md#후속-대화의-조건-변경-해석</a:t>
            </a:r>
          </a:p>
          <a:p xmlns:a="http://schemas.openxmlformats.org/drawingml/2006/main">
            <a:r>
              <a:t>https://github.com/SKNETWORKS-FAMILY-AICAMP/SKN34-3rd-1Team/blob/main/backend/ai-service/app/support_program_conversation/agent.py</a:t>
            </a:r>
          </a:p>
          <a:p xmlns:a="http://schemas.openxmlformats.org/drawingml/2006/main">
            <a:r>
              <a:t>https://github.com/SKNETWORKS-FAMILY-AICAMP/SKN34-3rd-1Team/blob/main/backend/ai-service/app/support_program_ranking/agent.py</a:t>
            </a:r>
          </a:p>
          <a:p xmlns:a="http://schemas.openxmlformats.org/drawingml/2006/main">
            <a:r>
              <a:t>https://github.com/SKNETWORKS-FAMILY-AICAMP/SKN34-3rd-1Team/blob/main/backend/core-api/src/main/resources/elasticsearch/support-program-lexical-v2.json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17. 신청 문서 작성 에이전트 흐름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https://github.com/SKNETWORKS-FAMILY-AICAMP/SKN34-3rd-1Team/blob/main/backend/ai-service/app/application_preparation/agent.py</a:t>
            </a:r>
          </a:p>
          <a:p xmlns:a="http://schemas.openxmlformats.org/drawingml/2006/main">
            <a:r>
              <a:t>https://github.com/SKNETWORKS-FAMILY-AICAMP/SKN34-3rd-1Team/blob/main/backend/ai-service/app/application_preparation/document_pipeline.py</a:t>
            </a:r>
          </a:p>
          <a:p xmlns:a="http://schemas.openxmlformats.org/drawingml/2006/main">
            <a:r>
              <a:t>https://github.com/SKNETWORKS-FAMILY-AICAMP/SKN34-3rd-1Team/blob/main/docs/application-document-mcp-architecture.md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18. GovBiz 도우미의 의도별 실행 흐름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출처</a:t>
            </a:r>
          </a:p>
          <a:p xmlns:a="http://schemas.openxmlformats.org/drawingml/2006/main">
            <a:r>
              <a:t>https://github.com/SKNETWORKS-FAMILY-AICAMP/SKN34-3rd-1Team/blob/main/backend/ai-service/README.md#도우미-도구-에이전트-langgraph</a:t>
            </a:r>
          </a:p>
          <a:p xmlns:a="http://schemas.openxmlformats.org/drawingml/2006/main">
            <a:r>
              <a:t>https://github.com/SKNETWORKS-FAMILY-AICAMP/SKN34-3rd-1Team/blob/main/backend/ai-service/app/assistant_agent/graph.py</a:t>
            </a:r>
          </a:p>
          <a:p xmlns:a="http://schemas.openxmlformats.org/drawingml/2006/main">
            <a:r>
              <a:t>https://github.com/SKNETWORKS-FAMILY-AICAMP/SKN34-3rd-1Team/blob/main/backend/core-api/src/main/kotlin/ai/govbiz/core/assistant/service/AssistantMessageService.kt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82ebd6ac4549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15eae52002f46e1" /><Relationship Type="http://schemas.openxmlformats.org/officeDocument/2006/relationships/slideLayout" Target="/ppt/slideLayouts/slideLayout1.xml" Id="R99eca781fa5b4e4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eca781fa5b4e4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8e23f9ffc34284" /><Relationship Type="http://schemas.openxmlformats.org/officeDocument/2006/relationships/image" Target="/ppt/media/image.png" Id="R550d08f6fb6b48f8" /><Relationship Type="http://schemas.openxmlformats.org/officeDocument/2006/relationships/notesSlide" Target="/ppt/notesSlides/notesSlide1.xml" Id="R48fb036ffc2643b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3f793951f34de2" /><Relationship Type="http://schemas.openxmlformats.org/officeDocument/2006/relationships/image" Target="/ppt/media/image2.png" Id="R1fa89d4100bc4d5a" /><Relationship Type="http://schemas.openxmlformats.org/officeDocument/2006/relationships/notesSlide" Target="/ppt/notesSlides/notesSlide2.xml" Id="R276410ceffd0434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bda862c423469c" /><Relationship Type="http://schemas.openxmlformats.org/officeDocument/2006/relationships/image" Target="/ppt/media/image3.png" Id="R9b7b303ab3eb43f6" /><Relationship Type="http://schemas.openxmlformats.org/officeDocument/2006/relationships/notesSlide" Target="/ppt/notesSlides/notesSlide3.xml" Id="Rce941e42d0d84ab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90ccd422674ce6" /><Relationship Type="http://schemas.openxmlformats.org/officeDocument/2006/relationships/image" Target="/ppt/media/image4.png" Id="R8fcfe83e15c842cb" /><Relationship Type="http://schemas.openxmlformats.org/officeDocument/2006/relationships/notesSlide" Target="/ppt/notesSlides/notesSlide4.xml" Id="R592fa5715d914e9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5d6fac798b478d" /><Relationship Type="http://schemas.openxmlformats.org/officeDocument/2006/relationships/image" Target="/ppt/media/image5.png" Id="Rcdcda038d5324ab7" /><Relationship Type="http://schemas.openxmlformats.org/officeDocument/2006/relationships/notesSlide" Target="/ppt/notesSlides/notesSlide5.xml" Id="R43b9df456c6b451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1309e928634659" /><Relationship Type="http://schemas.openxmlformats.org/officeDocument/2006/relationships/image" Target="/ppt/media/image6.png" Id="Rb9c265efe8ee4f71" /><Relationship Type="http://schemas.openxmlformats.org/officeDocument/2006/relationships/notesSlide" Target="/ppt/notesSlides/notesSlide6.xml" Id="R76d6cc6b457b4c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b2f6c6a6d545c5" /><Relationship Type="http://schemas.openxmlformats.org/officeDocument/2006/relationships/image" Target="/ppt/media/image7.png" Id="R8caa5be2c2454dca" /><Relationship Type="http://schemas.openxmlformats.org/officeDocument/2006/relationships/notesSlide" Target="/ppt/notesSlides/notesSlide7.xml" Id="R97be172bef7948d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fe98308f79480e" /><Relationship Type="http://schemas.openxmlformats.org/officeDocument/2006/relationships/image" Target="/ppt/media/image8.png" Id="R82e0abd4d0f64110" /><Relationship Type="http://schemas.openxmlformats.org/officeDocument/2006/relationships/notesSlide" Target="/ppt/notesSlides/notesSlide8.xml" Id="Rfc9832d479ab4d4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e5d52f758d4290" /><Relationship Type="http://schemas.openxmlformats.org/officeDocument/2006/relationships/image" Target="/ppt/media/image9.png" Id="Rf1e5b43ef7044f46" /><Relationship Type="http://schemas.openxmlformats.org/officeDocument/2006/relationships/notesSlide" Target="/ppt/notesSlides/notesSlide9.xml" Id="R3b7cd7b21ebd4dd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3b05f1567743f7" /><Relationship Type="http://schemas.openxmlformats.org/officeDocument/2006/relationships/image" Target="/ppt/media/image10.png" Id="Rd1ec0ee2f2334340" /><Relationship Type="http://schemas.openxmlformats.org/officeDocument/2006/relationships/notesSlide" Target="/ppt/notesSlides/notesSlide10.xml" Id="R26f67cc32fd6447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d3b6f1f7b742c8" /><Relationship Type="http://schemas.openxmlformats.org/officeDocument/2006/relationships/image" Target="/ppt/media/image11.png" Id="R170d9804703f4ac5" /><Relationship Type="http://schemas.openxmlformats.org/officeDocument/2006/relationships/notesSlide" Target="/ppt/notesSlides/notesSlide11.xml" Id="R7385c64a49e9423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1058d435304fcd" /><Relationship Type="http://schemas.openxmlformats.org/officeDocument/2006/relationships/image" Target="/ppt/media/image12.png" Id="R76abc15c42d64050" /><Relationship Type="http://schemas.openxmlformats.org/officeDocument/2006/relationships/notesSlide" Target="/ppt/notesSlides/notesSlide12.xml" Id="R9d9a9848885146c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5c7f028f9a4270" /><Relationship Type="http://schemas.openxmlformats.org/officeDocument/2006/relationships/image" Target="/ppt/media/image13.png" Id="R878f1eea5b3048ce" /><Relationship Type="http://schemas.openxmlformats.org/officeDocument/2006/relationships/notesSlide" Target="/ppt/notesSlides/notesSlide13.xml" Id="R45b62f3da72b49d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dfa525cd8c4983" /><Relationship Type="http://schemas.openxmlformats.org/officeDocument/2006/relationships/image" Target="/ppt/media/image14.png" Id="Rde66e28be27643f0" /><Relationship Type="http://schemas.openxmlformats.org/officeDocument/2006/relationships/notesSlide" Target="/ppt/notesSlides/notesSlide14.xml" Id="R44d302c1017a4c7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0c365fd6dc43f0" /><Relationship Type="http://schemas.openxmlformats.org/officeDocument/2006/relationships/image" Target="/ppt/media/image15.png" Id="R60d441ff1ade403a" /><Relationship Type="http://schemas.openxmlformats.org/officeDocument/2006/relationships/notesSlide" Target="/ppt/notesSlides/notesSlide15.xml" Id="Rbbdd65a83f2e48e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fd7e6dd02843ac" /><Relationship Type="http://schemas.openxmlformats.org/officeDocument/2006/relationships/image" Target="/ppt/media/image16.png" Id="R26af51fe421d45ac" /><Relationship Type="http://schemas.openxmlformats.org/officeDocument/2006/relationships/notesSlide" Target="/ppt/notesSlides/notesSlide16.xml" Id="Rd23f9dd13777448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d68a96695b466b" /><Relationship Type="http://schemas.openxmlformats.org/officeDocument/2006/relationships/image" Target="/ppt/media/image17.png" Id="Ra0bff9b1b86741d0" /><Relationship Type="http://schemas.openxmlformats.org/officeDocument/2006/relationships/notesSlide" Target="/ppt/notesSlides/notesSlide17.xml" Id="Rebdb98a59cb240b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924e28836e49f4" /><Relationship Type="http://schemas.openxmlformats.org/officeDocument/2006/relationships/image" Target="/ppt/media/image18.png" Id="Raf6de582e0bb47a0" /><Relationship Type="http://schemas.openxmlformats.org/officeDocument/2006/relationships/notesSlide" Target="/ppt/notesSlides/notesSlide18.xml" Id="R97e883b75cfe464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0d08f6fb6b48f8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36042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a89d4100bc4d5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6987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7b303ab3eb43f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671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cfe83e15c842cb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55859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cda038d5324ab7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1224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c265efe8ee4f71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05188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aa5be2c2454dc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47296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e0abd4d0f6411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43951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e5b43ef7044f46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8906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ec0ee2f233434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796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0d9804703f4ac5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47697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abc15c42d6405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0459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8f1eea5b3048ce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8115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66e28be27643f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133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d441ff1ade403a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965053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af51fe421d45ac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31495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bff9b1b86741d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07058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6de582e0bb47a0"/>
          <a:stretch xmlns:a="http://schemas.openxmlformats.org/drawingml/2006/main"/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0894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2026-09-17T01:50:42.0540000Z</dcterms:created>
  <dcterms:modified xsi:type="dcterms:W3CDTF">2026-09-17T01:50:42.0540000Z</dcterms:modified>
</coreProperties>
</file>